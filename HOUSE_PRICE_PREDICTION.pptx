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1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2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12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87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79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6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9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41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66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44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8327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95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3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01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222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42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D3615E-4949-4471-B41A-DBA9DF56F483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E9C31-8F0F-489F-9E50-8D0F51E9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35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ousing-pred.herokuapp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DA99-D68A-4482-B0EA-426F4D5E2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HOUSE PRICE PREDICTION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E45B9-C7DF-4229-BA54-77404E619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4526" y="6161103"/>
            <a:ext cx="6400800" cy="3758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INDRANUJ GANGAN(MS BME)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82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AF06-8B7C-4F6C-A72C-A0A3C665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7911"/>
          </a:xfrm>
        </p:spPr>
        <p:txBody>
          <a:bodyPr/>
          <a:lstStyle/>
          <a:p>
            <a:r>
              <a:rPr lang="en-US" dirty="0"/>
              <a:t>BOSTON HOUSING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4A5E0-817C-41ED-A88E-D9B0B2AB5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260630"/>
            <a:ext cx="9404723" cy="6001304"/>
          </a:xfrm>
        </p:spPr>
        <p:txBody>
          <a:bodyPr>
            <a:noAutofit/>
          </a:bodyPr>
          <a:lstStyle/>
          <a:p>
            <a:r>
              <a:rPr lang="en-US" sz="1400" b="1" dirty="0"/>
              <a:t>NUMBER OF FEATURES: 13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CRIM: per capita crime rate by town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ZN: proportion of residential land zoned for lots over 25,000 </a:t>
            </a:r>
            <a:r>
              <a:rPr lang="en-US" sz="1400" b="1" dirty="0" err="1"/>
              <a:t>sq.ft</a:t>
            </a:r>
            <a:r>
              <a:rPr lang="en-US" sz="1400" b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INDUS: proportion of non-retail business acres per town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CHAS: Charles River dummy variable (= 1 if tract bounds river; 0 otherwise)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NOX: nitric oxides concentration (parts per 10 million)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RM: average number of rooms per dwelling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AGE: proportion of owner-occupied units built prior to 1940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DIS: weighted distances to five Boston employment </a:t>
            </a:r>
            <a:r>
              <a:rPr lang="en-US" sz="1400" b="1" dirty="0" err="1"/>
              <a:t>centres</a:t>
            </a:r>
            <a:endParaRPr lang="en-US" sz="1400" b="1" dirty="0"/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RAD: index of accessibility to radial highways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TAX: full-value property-tax rate per $10,000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PTRATIO: pupil-teacher ratio by town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B: 1000(Bk - 0.63)^2 where Bk is the proportion of blacks by town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b="1" dirty="0"/>
              <a:t>LSTAT: % lower status of the population</a:t>
            </a:r>
          </a:p>
          <a:p>
            <a:endParaRPr lang="en-US" sz="1400" b="1" dirty="0"/>
          </a:p>
          <a:p>
            <a:r>
              <a:rPr lang="en-US" sz="1400" b="1" dirty="0"/>
              <a:t>LABEL: 1 </a:t>
            </a:r>
            <a:r>
              <a:rPr lang="en-US" sz="1400" b="1" dirty="0">
                <a:sym typeface="Wingdings" panose="05000000000000000000" pitchFamily="2" charset="2"/>
              </a:rPr>
              <a:t> </a:t>
            </a:r>
            <a:r>
              <a:rPr lang="en-US" sz="1400" b="1" dirty="0"/>
              <a:t>MEDV: Median value of owner-occupied homes in $1000's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12677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4342-B0CE-4BB4-BF35-32833FFD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REGRESSION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D40B5-BD10-4363-ACCF-2D56D8D3E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9404723" cy="4195481"/>
          </a:xfrm>
        </p:spPr>
        <p:txBody>
          <a:bodyPr>
            <a:normAutofit/>
          </a:bodyPr>
          <a:lstStyle/>
          <a:p>
            <a:r>
              <a:rPr lang="en-US" sz="1600" b="1" dirty="0"/>
              <a:t>Random forest Regression is a Supervised Learning algorithm which uses ensemble learning method for regression.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Random forest is a bagging technique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It operates by constructing a multitude of decision trees at training time and outputting mean prediction (regression) of the individual trees.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A random forest is a meta-estimator (i.e. it combines the result of multiple predictions) which aggregates many decision trees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76582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1F41-592B-4DAC-8E31-1776FE41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SQUARED ERROR</a:t>
            </a:r>
            <a:endParaRPr lang="en-IN" dirty="0"/>
          </a:p>
        </p:txBody>
      </p:sp>
      <p:pic>
        <p:nvPicPr>
          <p:cNvPr id="1026" name="Picture 2" descr="rmse formula">
            <a:extLst>
              <a:ext uri="{FF2B5EF4-FFF2-40B4-BE49-F238E27FC236}">
                <a16:creationId xmlns:a16="http://schemas.microsoft.com/office/drawing/2014/main" id="{AEF49297-2501-444F-BFA1-2CAE468D7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16" y="1396048"/>
            <a:ext cx="28575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AFF678-17AE-4A70-8568-0212FD7E0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823" y="1396047"/>
            <a:ext cx="7473452" cy="4285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602FA2-5F28-44F7-92DB-3CA4182570BB}"/>
              </a:ext>
            </a:extLst>
          </p:cNvPr>
          <p:cNvSpPr txBox="1"/>
          <p:nvPr/>
        </p:nvSpPr>
        <p:spPr>
          <a:xfrm>
            <a:off x="242725" y="3391236"/>
            <a:ext cx="39771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TOP 9 FEATURES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LSTAT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DIS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NOX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RM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CRIM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AGE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PTRATIO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B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TAX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108966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802C-7C99-43DD-B5D3-6C2C0F96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4E34-2544-4928-97EB-C13E9836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2052918"/>
            <a:ext cx="9404723" cy="4195481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https://housing-pred.herokuapp.com/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713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148</TotalTime>
  <Words>267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HOUSE PRICE PREDICTION</vt:lpstr>
      <vt:lpstr>BOSTON HOUSING DATASET</vt:lpstr>
      <vt:lpstr>RANDOM FOREST REGRESSION ALGORITHM</vt:lpstr>
      <vt:lpstr>ROOT MEAN SQUARED ERROR</vt:lpstr>
      <vt:lpstr>APP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creator>Indranuj Gangan</dc:creator>
  <cp:lastModifiedBy>Indranuj Gangan</cp:lastModifiedBy>
  <cp:revision>6</cp:revision>
  <dcterms:created xsi:type="dcterms:W3CDTF">2020-05-15T03:57:58Z</dcterms:created>
  <dcterms:modified xsi:type="dcterms:W3CDTF">2020-05-15T06:26:53Z</dcterms:modified>
</cp:coreProperties>
</file>